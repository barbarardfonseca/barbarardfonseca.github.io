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261" r:id="rId4"/>
    <p:sldId id="257" r:id="rId5"/>
    <p:sldId id="258" r:id="rId6"/>
    <p:sldId id="259" r:id="rId7"/>
    <p:sldId id="262" r:id="rId8"/>
    <p:sldId id="269" r:id="rId9"/>
    <p:sldId id="270" r:id="rId10"/>
    <p:sldId id="266" r:id="rId11"/>
  </p:sldIdLst>
  <p:sldSz cx="18288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725"/>
    <a:srgbClr val="E4AE11"/>
    <a:srgbClr val="0C2640"/>
    <a:srgbClr val="4280B1"/>
    <a:srgbClr val="FCF2C8"/>
    <a:srgbClr val="F2C811"/>
    <a:srgbClr val="DCECF9"/>
    <a:srgbClr val="B4C4CC"/>
    <a:srgbClr val="1F7244"/>
    <a:srgbClr val="2632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134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rbara rohr decothe fonseca" userId="d3e3ae65fa061bff" providerId="LiveId" clId="{02952D78-8095-4D04-8033-87B62FE1746B}"/>
    <pc:docChg chg="addSld delSld modSld">
      <pc:chgData name="barbara rohr decothe fonseca" userId="d3e3ae65fa061bff" providerId="LiveId" clId="{02952D78-8095-4D04-8033-87B62FE1746B}" dt="2025-11-21T15:55:00.026" v="4" actId="2696"/>
      <pc:docMkLst>
        <pc:docMk/>
      </pc:docMkLst>
      <pc:sldChg chg="addSp modSp new del mod">
        <pc:chgData name="barbara rohr decothe fonseca" userId="d3e3ae65fa061bff" providerId="LiveId" clId="{02952D78-8095-4D04-8033-87B62FE1746B}" dt="2025-11-21T15:55:00.026" v="4" actId="2696"/>
        <pc:sldMkLst>
          <pc:docMk/>
          <pc:sldMk cId="3759913716" sldId="271"/>
        </pc:sldMkLst>
        <pc:graphicFrameChg chg="add mod">
          <ac:chgData name="barbara rohr decothe fonseca" userId="d3e3ae65fa061bff" providerId="LiveId" clId="{02952D78-8095-4D04-8033-87B62FE1746B}" dt="2025-11-21T15:53:58.010" v="1"/>
          <ac:graphicFrameMkLst>
            <pc:docMk/>
            <pc:sldMk cId="3759913716" sldId="271"/>
            <ac:graphicFrameMk id="2" creationId="{C6479BD8-5696-F741-0DA1-9A545192F4A6}"/>
          </ac:graphicFrameMkLst>
        </pc:graphicFrameChg>
        <pc:picChg chg="add mod">
          <ac:chgData name="barbara rohr decothe fonseca" userId="d3e3ae65fa061bff" providerId="LiveId" clId="{02952D78-8095-4D04-8033-87B62FE1746B}" dt="2025-11-21T15:54:26.992" v="3" actId="1076"/>
          <ac:picMkLst>
            <pc:docMk/>
            <pc:sldMk cId="3759913716" sldId="271"/>
            <ac:picMk id="3" creationId="{E681B059-67C1-EB53-EF36-4600914A72BD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7187472325799879E-2"/>
          <c:y val="0"/>
          <c:w val="0.98281247975011332"/>
          <c:h val="0.94843750317190556"/>
        </c:manualLayout>
      </c:layout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ln w="44450" cap="rnd">
              <a:solidFill>
                <a:srgbClr val="0C2640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rgbClr val="F2C811"/>
              </a:solidFill>
              <a:ln w="28575">
                <a:solidFill>
                  <a:srgbClr val="F2C811"/>
                </a:solidFill>
              </a:ln>
              <a:effectLst/>
            </c:spPr>
          </c:marker>
          <c:cat>
            <c:strRef>
              <c:f>Planilha1!$A$2:$A$7</c:f>
              <c:strCache>
                <c:ptCount val="6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  <c:pt idx="4">
                  <c:v>Categoria 5</c:v>
                </c:pt>
                <c:pt idx="5">
                  <c:v>Categoria 6</c:v>
                </c:pt>
              </c:strCache>
            </c:strRef>
          </c:cat>
          <c:val>
            <c:numRef>
              <c:f>Planilha1!$B$2:$B$10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5</c:v>
                </c:pt>
                <c:pt idx="3">
                  <c:v>8</c:v>
                </c:pt>
                <c:pt idx="4">
                  <c:v>7</c:v>
                </c:pt>
                <c:pt idx="5">
                  <c:v>5</c:v>
                </c:pt>
                <c:pt idx="6">
                  <c:v>8</c:v>
                </c:pt>
                <c:pt idx="7">
                  <c:v>12</c:v>
                </c:pt>
                <c:pt idx="8">
                  <c:v>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15E-4CEA-B570-415E22D618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60312160"/>
        <c:axId val="1660317568"/>
      </c:lineChart>
      <c:catAx>
        <c:axId val="166031216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60317568"/>
        <c:crosses val="autoZero"/>
        <c:auto val="1"/>
        <c:lblAlgn val="ctr"/>
        <c:lblOffset val="100"/>
        <c:noMultiLvlLbl val="0"/>
      </c:catAx>
      <c:valAx>
        <c:axId val="16603175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603121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1.7187472325799879E-2"/>
          <c:y val="0"/>
          <c:w val="0.98281247975011332"/>
          <c:h val="0.94843750317190556"/>
        </c:manualLayout>
      </c:layout>
      <c:line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ln w="44450" cap="rnd">
              <a:solidFill>
                <a:srgbClr val="0C2640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rgbClr val="F2C811"/>
              </a:solidFill>
              <a:ln w="28575">
                <a:solidFill>
                  <a:srgbClr val="F2C811"/>
                </a:solidFill>
              </a:ln>
              <a:effectLst/>
            </c:spPr>
          </c:marker>
          <c:cat>
            <c:strRef>
              <c:f>Planilha1!$A$2:$A$7</c:f>
              <c:strCache>
                <c:ptCount val="6"/>
                <c:pt idx="0">
                  <c:v>Categoria 1</c:v>
                </c:pt>
                <c:pt idx="1">
                  <c:v>Categoria 2</c:v>
                </c:pt>
                <c:pt idx="2">
                  <c:v>Categoria 3</c:v>
                </c:pt>
                <c:pt idx="3">
                  <c:v>Categoria 4</c:v>
                </c:pt>
                <c:pt idx="4">
                  <c:v>Categoria 5</c:v>
                </c:pt>
                <c:pt idx="5">
                  <c:v>Categoria 6</c:v>
                </c:pt>
              </c:strCache>
            </c:strRef>
          </c:cat>
          <c:val>
            <c:numRef>
              <c:f>Planilha1!$B$2:$B$10</c:f>
              <c:numCache>
                <c:formatCode>General</c:formatCode>
                <c:ptCount val="9"/>
                <c:pt idx="0">
                  <c:v>2</c:v>
                </c:pt>
                <c:pt idx="1">
                  <c:v>3</c:v>
                </c:pt>
                <c:pt idx="2">
                  <c:v>5</c:v>
                </c:pt>
                <c:pt idx="3">
                  <c:v>8</c:v>
                </c:pt>
                <c:pt idx="4">
                  <c:v>7</c:v>
                </c:pt>
                <c:pt idx="5">
                  <c:v>5</c:v>
                </c:pt>
                <c:pt idx="6">
                  <c:v>8</c:v>
                </c:pt>
                <c:pt idx="7">
                  <c:v>12</c:v>
                </c:pt>
                <c:pt idx="8">
                  <c:v>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15E-4CEA-B570-415E22D618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60312160"/>
        <c:axId val="1660317568"/>
      </c:lineChart>
      <c:catAx>
        <c:axId val="166031216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660317568"/>
        <c:crosses val="autoZero"/>
        <c:auto val="1"/>
        <c:lblAlgn val="ctr"/>
        <c:lblOffset val="100"/>
        <c:noMultiLvlLbl val="0"/>
      </c:catAx>
      <c:valAx>
        <c:axId val="16603175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603121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2.3668819312494271E-2"/>
          <c:w val="0.94500789158406207"/>
          <c:h val="0.93889935811186853"/>
        </c:manualLayout>
      </c:layout>
      <c:areaChart>
        <c:grouping val="standar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0C2640"/>
            </a:solidFill>
            <a:ln>
              <a:noFill/>
            </a:ln>
            <a:effectLst/>
          </c:spPr>
          <c:cat>
            <c:numRef>
              <c:f>Planilha1!$A$2:$A$7</c:f>
              <c:numCache>
                <c:formatCode>m/d/yyyy</c:formatCode>
                <c:ptCount val="6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  <c:pt idx="5">
                  <c:v>37266</c:v>
                </c:pt>
              </c:numCache>
            </c:numRef>
          </c:cat>
          <c:val>
            <c:numRef>
              <c:f>Planilha1!$B$2:$B$7</c:f>
              <c:numCache>
                <c:formatCode>General</c:formatCode>
                <c:ptCount val="6"/>
                <c:pt idx="0">
                  <c:v>0</c:v>
                </c:pt>
                <c:pt idx="1">
                  <c:v>20</c:v>
                </c:pt>
                <c:pt idx="2">
                  <c:v>0</c:v>
                </c:pt>
                <c:pt idx="3">
                  <c:v>15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33-4A45-A56B-F8A0B44B28CD}"/>
            </c:ext>
          </c:extLst>
        </c:ser>
        <c:ser>
          <c:idx val="1"/>
          <c:order val="1"/>
          <c:tx>
            <c:strRef>
              <c:f>Planilha1!$C$1</c:f>
              <c:strCache>
                <c:ptCount val="1"/>
                <c:pt idx="0">
                  <c:v>Série 2</c:v>
                </c:pt>
              </c:strCache>
            </c:strRef>
          </c:tx>
          <c:spPr>
            <a:solidFill>
              <a:srgbClr val="F2C811"/>
            </a:solidFill>
            <a:ln>
              <a:noFill/>
            </a:ln>
            <a:effectLst/>
          </c:spPr>
          <c:cat>
            <c:numRef>
              <c:f>Planilha1!$A$2:$A$7</c:f>
              <c:numCache>
                <c:formatCode>m/d/yyyy</c:formatCode>
                <c:ptCount val="6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  <c:pt idx="5">
                  <c:v>37266</c:v>
                </c:pt>
              </c:numCache>
            </c:numRef>
          </c:cat>
          <c:val>
            <c:numRef>
              <c:f>Planilha1!$C$2:$C$7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25</c:v>
                </c:pt>
                <c:pt idx="3">
                  <c:v>0</c:v>
                </c:pt>
                <c:pt idx="4">
                  <c:v>12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33-4A45-A56B-F8A0B44B28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891935"/>
        <c:axId val="14882783"/>
      </c:areaChart>
      <c:dateAx>
        <c:axId val="14891935"/>
        <c:scaling>
          <c:orientation val="minMax"/>
        </c:scaling>
        <c:delete val="1"/>
        <c:axPos val="b"/>
        <c:numFmt formatCode="m/d/yyyy" sourceLinked="1"/>
        <c:majorTickMark val="out"/>
        <c:minorTickMark val="none"/>
        <c:tickLblPos val="nextTo"/>
        <c:crossAx val="14882783"/>
        <c:crosses val="autoZero"/>
        <c:auto val="1"/>
        <c:lblOffset val="100"/>
        <c:baseTimeUnit val="days"/>
      </c:dateAx>
      <c:valAx>
        <c:axId val="14882783"/>
        <c:scaling>
          <c:orientation val="minMax"/>
          <c:max val="27"/>
          <c:min val="0"/>
        </c:scaling>
        <c:delete val="1"/>
        <c:axPos val="l"/>
        <c:numFmt formatCode="General" sourceLinked="1"/>
        <c:majorTickMark val="none"/>
        <c:minorTickMark val="none"/>
        <c:tickLblPos val="nextTo"/>
        <c:crossAx val="14891935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496484"/>
            <a:ext cx="13716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4802717"/>
            <a:ext cx="13716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15B8E-4271-443A-A0C2-A42BEEFB1B66}" type="datetimeFigureOut">
              <a:rPr lang="pt-BR" smtClean="0"/>
              <a:t>21/11/2025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E7080-DF69-46E6-B4D7-6356AFAC9A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601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15B8E-4271-443A-A0C2-A42BEEFB1B66}" type="datetimeFigureOut">
              <a:rPr lang="pt-BR" smtClean="0"/>
              <a:t>21/11/2025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E7080-DF69-46E6-B4D7-6356AFAC9A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1596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279652"/>
            <a:ext cx="157734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119285"/>
            <a:ext cx="157734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15B8E-4271-443A-A0C2-A42BEEFB1B66}" type="datetimeFigureOut">
              <a:rPr lang="pt-BR" smtClean="0"/>
              <a:t>21/11/2025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E7080-DF69-46E6-B4D7-6356AFAC9A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7374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434167"/>
            <a:ext cx="777240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2434167"/>
            <a:ext cx="7772400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15B8E-4271-443A-A0C2-A42BEEFB1B66}" type="datetimeFigureOut">
              <a:rPr lang="pt-BR" smtClean="0"/>
              <a:t>21/11/2025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E7080-DF69-46E6-B4D7-6356AFAC9A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7461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486834"/>
            <a:ext cx="15773400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3" y="2241551"/>
            <a:ext cx="7736681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3" y="3340100"/>
            <a:ext cx="7736681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241551"/>
            <a:ext cx="7774782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340100"/>
            <a:ext cx="7774782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15B8E-4271-443A-A0C2-A42BEEFB1B66}" type="datetimeFigureOut">
              <a:rPr lang="pt-BR" smtClean="0"/>
              <a:t>21/11/2025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E7080-DF69-46E6-B4D7-6356AFAC9A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0955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15B8E-4271-443A-A0C2-A42BEEFB1B66}" type="datetimeFigureOut">
              <a:rPr lang="pt-BR" smtClean="0"/>
              <a:t>21/11/2025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E7080-DF69-46E6-B4D7-6356AFAC9A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5172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15B8E-4271-443A-A0C2-A42BEEFB1B66}" type="datetimeFigureOut">
              <a:rPr lang="pt-BR" smtClean="0"/>
              <a:t>21/11/2025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E7080-DF69-46E6-B4D7-6356AFAC9A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4512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09600"/>
            <a:ext cx="5898356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316567"/>
            <a:ext cx="92583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2743200"/>
            <a:ext cx="5898356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15B8E-4271-443A-A0C2-A42BEEFB1B66}" type="datetimeFigureOut">
              <a:rPr lang="pt-BR" smtClean="0"/>
              <a:t>21/11/2025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E7080-DF69-46E6-B4D7-6356AFAC9A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949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09600"/>
            <a:ext cx="5898356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316567"/>
            <a:ext cx="9258300" cy="6498167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2743200"/>
            <a:ext cx="5898356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15B8E-4271-443A-A0C2-A42BEEFB1B66}" type="datetimeFigureOut">
              <a:rPr lang="pt-BR" smtClean="0"/>
              <a:t>21/11/2025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E7080-DF69-46E6-B4D7-6356AFAC9A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8002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15B8E-4271-443A-A0C2-A42BEEFB1B66}" type="datetimeFigureOut">
              <a:rPr lang="pt-BR" smtClean="0"/>
              <a:t>21/11/2025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E7080-DF69-46E6-B4D7-6356AFAC9A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5191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0" y="486834"/>
            <a:ext cx="3943350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486834"/>
            <a:ext cx="11601450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15B8E-4271-443A-A0C2-A42BEEFB1B66}" type="datetimeFigureOut">
              <a:rPr lang="pt-BR" smtClean="0"/>
              <a:t>21/11/2025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E7080-DF69-46E6-B4D7-6356AFAC9A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5786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486834"/>
            <a:ext cx="157734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434167"/>
            <a:ext cx="157734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8475134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15B8E-4271-443A-A0C2-A42BEEFB1B66}" type="datetimeFigureOut">
              <a:rPr lang="pt-BR" smtClean="0"/>
              <a:t>21/11/2025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8475134"/>
            <a:ext cx="6172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8475134"/>
            <a:ext cx="4114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E7080-DF69-46E6-B4D7-6356AFAC9A8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2165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chart" Target="../charts/chart1.xml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chart" Target="../charts/chart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4.png"/><Relationship Id="rId10" Type="http://schemas.openxmlformats.org/officeDocument/2006/relationships/image" Target="../media/image12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1000">
              <a:srgbClr val="163256"/>
            </a:gs>
            <a:gs pos="90000">
              <a:schemeClr val="accent1">
                <a:lumMod val="67000"/>
              </a:schemeClr>
            </a:gs>
            <a:gs pos="0">
              <a:srgbClr val="011826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EE62CE72-0F8A-96A6-AC15-02F1338DA53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139"/>
          <a:stretch/>
        </p:blipFill>
        <p:spPr>
          <a:xfrm>
            <a:off x="9863910" y="1410862"/>
            <a:ext cx="810632" cy="830652"/>
          </a:xfrm>
          <a:prstGeom prst="rect">
            <a:avLst/>
          </a:prstGeom>
        </p:spPr>
      </p:pic>
      <p:pic>
        <p:nvPicPr>
          <p:cNvPr id="15" name="Imagem 14" descr="Desenho de uma placa&#10;&#10;Descrição gerada automaticamente">
            <a:extLst>
              <a:ext uri="{FF2B5EF4-FFF2-40B4-BE49-F238E27FC236}">
                <a16:creationId xmlns:a16="http://schemas.microsoft.com/office/drawing/2014/main" id="{6C9685F8-072A-B901-51C3-1EB1DC8744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4198" y="4343031"/>
            <a:ext cx="726744" cy="726744"/>
          </a:xfrm>
          <a:prstGeom prst="rect">
            <a:avLst/>
          </a:prstGeom>
        </p:spPr>
      </p:pic>
      <p:pic>
        <p:nvPicPr>
          <p:cNvPr id="19" name="Imagem 18" descr="Padrão do plano de fundo&#10;&#10;Descrição gerada automaticamente">
            <a:extLst>
              <a:ext uri="{FF2B5EF4-FFF2-40B4-BE49-F238E27FC236}">
                <a16:creationId xmlns:a16="http://schemas.microsoft.com/office/drawing/2014/main" id="{96C30439-AFDE-DDEA-8CD3-5A427EEFA6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4198" y="6866145"/>
            <a:ext cx="624210" cy="662821"/>
          </a:xfrm>
          <a:prstGeom prst="rect">
            <a:avLst/>
          </a:prstGeom>
        </p:spPr>
      </p:pic>
      <p:pic>
        <p:nvPicPr>
          <p:cNvPr id="21" name="Imagem 20" descr="Ícone&#10;&#10;Descrição gerada automaticamente">
            <a:extLst>
              <a:ext uri="{FF2B5EF4-FFF2-40B4-BE49-F238E27FC236}">
                <a16:creationId xmlns:a16="http://schemas.microsoft.com/office/drawing/2014/main" id="{C663C1F1-D903-3672-A0C3-48F3508703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4944" y="4137998"/>
            <a:ext cx="726743" cy="726743"/>
          </a:xfrm>
          <a:prstGeom prst="rect">
            <a:avLst/>
          </a:prstGeom>
        </p:spPr>
      </p:pic>
      <p:pic>
        <p:nvPicPr>
          <p:cNvPr id="23" name="Imagem 22" descr="Ícone&#10;&#10;Descrição gerada automaticamente">
            <a:extLst>
              <a:ext uri="{FF2B5EF4-FFF2-40B4-BE49-F238E27FC236}">
                <a16:creationId xmlns:a16="http://schemas.microsoft.com/office/drawing/2014/main" id="{54B5877C-D554-5EAC-3982-2C87E6788A2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05" t="8212" r="18089" b="27024"/>
          <a:stretch/>
        </p:blipFill>
        <p:spPr>
          <a:xfrm>
            <a:off x="9666176" y="6729489"/>
            <a:ext cx="825112" cy="812292"/>
          </a:xfrm>
          <a:prstGeom prst="rect">
            <a:avLst/>
          </a:prstGeom>
        </p:spPr>
      </p:pic>
      <p:pic>
        <p:nvPicPr>
          <p:cNvPr id="31" name="Imagem 30" descr="Forma&#10;&#10;Descrição gerada automaticamente">
            <a:extLst>
              <a:ext uri="{FF2B5EF4-FFF2-40B4-BE49-F238E27FC236}">
                <a16:creationId xmlns:a16="http://schemas.microsoft.com/office/drawing/2014/main" id="{13A2B710-B542-3DD8-F22D-ECE2BD56FA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5714" y="1511862"/>
            <a:ext cx="628655" cy="628655"/>
          </a:xfrm>
          <a:prstGeom prst="rect">
            <a:avLst/>
          </a:prstGeom>
        </p:spPr>
      </p:pic>
      <p:pic>
        <p:nvPicPr>
          <p:cNvPr id="38" name="Imagem 37" descr="Ícone&#10;&#10;Descrição gerada automaticamente">
            <a:extLst>
              <a:ext uri="{FF2B5EF4-FFF2-40B4-BE49-F238E27FC236}">
                <a16:creationId xmlns:a16="http://schemas.microsoft.com/office/drawing/2014/main" id="{467852A8-F363-7009-F3BE-6A5412BEA25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6323" y="2834594"/>
            <a:ext cx="628654" cy="628654"/>
          </a:xfrm>
          <a:prstGeom prst="rect">
            <a:avLst/>
          </a:prstGeom>
        </p:spPr>
      </p:pic>
      <p:pic>
        <p:nvPicPr>
          <p:cNvPr id="42" name="Imagem 41" descr="Ícone&#10;&#10;Descrição gerada automaticamente">
            <a:extLst>
              <a:ext uri="{FF2B5EF4-FFF2-40B4-BE49-F238E27FC236}">
                <a16:creationId xmlns:a16="http://schemas.microsoft.com/office/drawing/2014/main" id="{7BD8C20D-8C45-3B36-4DAE-E11DA8BD8A6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4325" y="5444196"/>
            <a:ext cx="830652" cy="830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93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1000">
              <a:srgbClr val="163256"/>
            </a:gs>
            <a:gs pos="90000">
              <a:schemeClr val="accent1">
                <a:lumMod val="67000"/>
              </a:schemeClr>
            </a:gs>
            <a:gs pos="0">
              <a:srgbClr val="01182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Ícone&#10;&#10;Descrição gerada automaticamente">
            <a:extLst>
              <a:ext uri="{FF2B5EF4-FFF2-40B4-BE49-F238E27FC236}">
                <a16:creationId xmlns:a16="http://schemas.microsoft.com/office/drawing/2014/main" id="{75F9D4EB-68EB-FF78-880C-026A6C2E4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9153" y="7846835"/>
            <a:ext cx="909795" cy="938670"/>
          </a:xfrm>
          <a:prstGeom prst="rect">
            <a:avLst/>
          </a:prstGeom>
          <a:noFill/>
        </p:spPr>
      </p:pic>
      <p:graphicFrame>
        <p:nvGraphicFramePr>
          <p:cNvPr id="28" name="Gráfico 27">
            <a:extLst>
              <a:ext uri="{FF2B5EF4-FFF2-40B4-BE49-F238E27FC236}">
                <a16:creationId xmlns:a16="http://schemas.microsoft.com/office/drawing/2014/main" id="{448F7C0C-39E7-461F-CFBF-70A88AC7B6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3433614"/>
              </p:ext>
            </p:extLst>
          </p:nvPr>
        </p:nvGraphicFramePr>
        <p:xfrm>
          <a:off x="1" y="158023"/>
          <a:ext cx="18288000" cy="24023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3" name="Imagem 42" descr="Padrão do plano de fundo&#10;&#10;Descrição gerada automaticamente">
            <a:extLst>
              <a:ext uri="{FF2B5EF4-FFF2-40B4-BE49-F238E27FC236}">
                <a16:creationId xmlns:a16="http://schemas.microsoft.com/office/drawing/2014/main" id="{B016ACD5-4DE2-946C-9D70-81068C5CF0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1558" y="7561748"/>
            <a:ext cx="1236883" cy="1313391"/>
          </a:xfrm>
          <a:prstGeom prst="rect">
            <a:avLst/>
          </a:prstGeom>
        </p:spPr>
      </p:pic>
      <p:pic>
        <p:nvPicPr>
          <p:cNvPr id="44" name="Imagem 43" descr="Logotipo&#10;&#10;Descrição gerada automaticamente">
            <a:extLst>
              <a:ext uri="{FF2B5EF4-FFF2-40B4-BE49-F238E27FC236}">
                <a16:creationId xmlns:a16="http://schemas.microsoft.com/office/drawing/2014/main" id="{4DBD0048-4BB6-2C6E-D5EC-CAFBD365E8D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139"/>
          <a:stretch/>
        </p:blipFill>
        <p:spPr>
          <a:xfrm>
            <a:off x="2597815" y="7779013"/>
            <a:ext cx="1074068" cy="1100594"/>
          </a:xfrm>
          <a:prstGeom prst="rect">
            <a:avLst/>
          </a:prstGeom>
        </p:spPr>
      </p:pic>
      <p:pic>
        <p:nvPicPr>
          <p:cNvPr id="46" name="Imagem 45" descr="Ícone&#10;&#10;Descrição gerada automaticamente">
            <a:extLst>
              <a:ext uri="{FF2B5EF4-FFF2-40B4-BE49-F238E27FC236}">
                <a16:creationId xmlns:a16="http://schemas.microsoft.com/office/drawing/2014/main" id="{012C9F52-175A-93D4-B4B2-4568B669279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05" t="8212" r="18089" b="27024"/>
          <a:stretch/>
        </p:blipFill>
        <p:spPr>
          <a:xfrm>
            <a:off x="819052" y="7824602"/>
            <a:ext cx="1093253" cy="1076267"/>
          </a:xfrm>
          <a:prstGeom prst="rect">
            <a:avLst/>
          </a:prstGeom>
        </p:spPr>
      </p:pic>
      <p:grpSp>
        <p:nvGrpSpPr>
          <p:cNvPr id="2" name="Agrupar 1">
            <a:extLst>
              <a:ext uri="{FF2B5EF4-FFF2-40B4-BE49-F238E27FC236}">
                <a16:creationId xmlns:a16="http://schemas.microsoft.com/office/drawing/2014/main" id="{41FC4C27-EDA5-F8BB-384B-ADFA5094575A}"/>
              </a:ext>
            </a:extLst>
          </p:cNvPr>
          <p:cNvGrpSpPr/>
          <p:nvPr/>
        </p:nvGrpSpPr>
        <p:grpSpPr>
          <a:xfrm>
            <a:off x="4080092" y="5554023"/>
            <a:ext cx="10127816" cy="3291790"/>
            <a:chOff x="4357393" y="5852210"/>
            <a:chExt cx="10127816" cy="3291790"/>
          </a:xfrm>
        </p:grpSpPr>
        <p:pic>
          <p:nvPicPr>
            <p:cNvPr id="49" name="Imagem 48" descr="Tela de computador com texto preto sobre fundo branco&#10;&#10;Descrição gerada automaticamente">
              <a:extLst>
                <a:ext uri="{FF2B5EF4-FFF2-40B4-BE49-F238E27FC236}">
                  <a16:creationId xmlns:a16="http://schemas.microsoft.com/office/drawing/2014/main" id="{BC8032B5-9568-D7B2-EE9D-CC785742897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57393" y="6741607"/>
              <a:ext cx="4089405" cy="2402393"/>
            </a:xfrm>
            <a:prstGeom prst="rect">
              <a:avLst/>
            </a:prstGeom>
          </p:spPr>
        </p:pic>
        <p:pic>
          <p:nvPicPr>
            <p:cNvPr id="33" name="Imagem 32" descr="Uma imagem contendo Gráfico&#10;&#10;Descrição gerada automaticamente">
              <a:extLst>
                <a:ext uri="{FF2B5EF4-FFF2-40B4-BE49-F238E27FC236}">
                  <a16:creationId xmlns:a16="http://schemas.microsoft.com/office/drawing/2014/main" id="{D3A442E6-8189-A2E7-3B99-DA5EC9004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5931" y="5852210"/>
              <a:ext cx="3347610" cy="2209688"/>
            </a:xfrm>
            <a:prstGeom prst="rect">
              <a:avLst/>
            </a:prstGeom>
          </p:spPr>
        </p:pic>
        <p:pic>
          <p:nvPicPr>
            <p:cNvPr id="37" name="Imagem 36" descr="Forma&#10;&#10;Descrição gerada automaticamente">
              <a:extLst>
                <a:ext uri="{FF2B5EF4-FFF2-40B4-BE49-F238E27FC236}">
                  <a16:creationId xmlns:a16="http://schemas.microsoft.com/office/drawing/2014/main" id="{E59BE877-E2ED-957F-5EB4-13FE3CB9AF0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95804" y="6632683"/>
              <a:ext cx="4089405" cy="24990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246954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1000">
              <a:srgbClr val="163256"/>
            </a:gs>
            <a:gs pos="90000">
              <a:schemeClr val="accent1">
                <a:lumMod val="67000"/>
              </a:schemeClr>
            </a:gs>
            <a:gs pos="0">
              <a:srgbClr val="011826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 descr="Ícone&#10;&#10;Descrição gerada automaticamente">
            <a:extLst>
              <a:ext uri="{FF2B5EF4-FFF2-40B4-BE49-F238E27FC236}">
                <a16:creationId xmlns:a16="http://schemas.microsoft.com/office/drawing/2014/main" id="{75F9D4EB-68EB-FF78-880C-026A6C2E4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48" y="7846835"/>
            <a:ext cx="909795" cy="938670"/>
          </a:xfrm>
          <a:prstGeom prst="rect">
            <a:avLst/>
          </a:prstGeom>
          <a:noFill/>
        </p:spPr>
      </p:pic>
      <p:graphicFrame>
        <p:nvGraphicFramePr>
          <p:cNvPr id="28" name="Gráfico 27">
            <a:extLst>
              <a:ext uri="{FF2B5EF4-FFF2-40B4-BE49-F238E27FC236}">
                <a16:creationId xmlns:a16="http://schemas.microsoft.com/office/drawing/2014/main" id="{448F7C0C-39E7-461F-CFBF-70A88AC7B6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1245308"/>
              </p:ext>
            </p:extLst>
          </p:nvPr>
        </p:nvGraphicFramePr>
        <p:xfrm>
          <a:off x="1" y="2746"/>
          <a:ext cx="18288000" cy="24023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3" name="Imagem 42" descr="Padrão do plano de fundo&#10;&#10;Descrição gerada automaticamente">
            <a:extLst>
              <a:ext uri="{FF2B5EF4-FFF2-40B4-BE49-F238E27FC236}">
                <a16:creationId xmlns:a16="http://schemas.microsoft.com/office/drawing/2014/main" id="{B016ACD5-4DE2-946C-9D70-81068C5CF0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2" y="6137601"/>
            <a:ext cx="1236883" cy="1313391"/>
          </a:xfrm>
          <a:prstGeom prst="rect">
            <a:avLst/>
          </a:prstGeom>
        </p:spPr>
      </p:pic>
      <p:pic>
        <p:nvPicPr>
          <p:cNvPr id="44" name="Imagem 43" descr="Logotipo&#10;&#10;Descrição gerada automaticamente">
            <a:extLst>
              <a:ext uri="{FF2B5EF4-FFF2-40B4-BE49-F238E27FC236}">
                <a16:creationId xmlns:a16="http://schemas.microsoft.com/office/drawing/2014/main" id="{4DBD0048-4BB6-2C6E-D5EC-CAFBD365E8D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139"/>
          <a:stretch/>
        </p:blipFill>
        <p:spPr>
          <a:xfrm>
            <a:off x="142320" y="2921109"/>
            <a:ext cx="1074068" cy="1100594"/>
          </a:xfrm>
          <a:prstGeom prst="rect">
            <a:avLst/>
          </a:prstGeom>
        </p:spPr>
      </p:pic>
      <p:pic>
        <p:nvPicPr>
          <p:cNvPr id="46" name="Imagem 45" descr="Ícone&#10;&#10;Descrição gerada automaticamente">
            <a:extLst>
              <a:ext uri="{FF2B5EF4-FFF2-40B4-BE49-F238E27FC236}">
                <a16:creationId xmlns:a16="http://schemas.microsoft.com/office/drawing/2014/main" id="{012C9F52-175A-93D4-B4B2-4568B669279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05" t="8212" r="18089" b="27024"/>
          <a:stretch/>
        </p:blipFill>
        <p:spPr>
          <a:xfrm>
            <a:off x="142320" y="4665492"/>
            <a:ext cx="1093253" cy="1076267"/>
          </a:xfrm>
          <a:prstGeom prst="rect">
            <a:avLst/>
          </a:prstGeom>
        </p:spPr>
      </p:pic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FBC1752D-5BDA-E085-B90F-9B361374B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1223096"/>
              </p:ext>
            </p:extLst>
          </p:nvPr>
        </p:nvGraphicFramePr>
        <p:xfrm>
          <a:off x="13508967" y="6614772"/>
          <a:ext cx="5080729" cy="25604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65876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1000">
              <a:srgbClr val="163256"/>
            </a:gs>
            <a:gs pos="90000">
              <a:schemeClr val="accent1">
                <a:lumMod val="67000"/>
              </a:schemeClr>
            </a:gs>
            <a:gs pos="0">
              <a:srgbClr val="011826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EE62CE72-0F8A-96A6-AC15-02F1338DA53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139"/>
          <a:stretch/>
        </p:blipFill>
        <p:spPr>
          <a:xfrm>
            <a:off x="9863910" y="1410862"/>
            <a:ext cx="810632" cy="830652"/>
          </a:xfrm>
          <a:prstGeom prst="rect">
            <a:avLst/>
          </a:prstGeom>
        </p:spPr>
      </p:pic>
      <p:pic>
        <p:nvPicPr>
          <p:cNvPr id="15" name="Imagem 14" descr="Desenho de uma placa&#10;&#10;Descrição gerada automaticamente">
            <a:extLst>
              <a:ext uri="{FF2B5EF4-FFF2-40B4-BE49-F238E27FC236}">
                <a16:creationId xmlns:a16="http://schemas.microsoft.com/office/drawing/2014/main" id="{6C9685F8-072A-B901-51C3-1EB1DC8744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4198" y="4343031"/>
            <a:ext cx="726744" cy="726744"/>
          </a:xfrm>
          <a:prstGeom prst="rect">
            <a:avLst/>
          </a:prstGeom>
        </p:spPr>
      </p:pic>
      <p:pic>
        <p:nvPicPr>
          <p:cNvPr id="19" name="Imagem 18" descr="Padrão do plano de fundo&#10;&#10;Descrição gerada automaticamente">
            <a:extLst>
              <a:ext uri="{FF2B5EF4-FFF2-40B4-BE49-F238E27FC236}">
                <a16:creationId xmlns:a16="http://schemas.microsoft.com/office/drawing/2014/main" id="{96C30439-AFDE-DDEA-8CD3-5A427EEFA6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4198" y="6866145"/>
            <a:ext cx="624210" cy="662821"/>
          </a:xfrm>
          <a:prstGeom prst="rect">
            <a:avLst/>
          </a:prstGeom>
        </p:spPr>
      </p:pic>
      <p:pic>
        <p:nvPicPr>
          <p:cNvPr id="21" name="Imagem 20" descr="Ícone&#10;&#10;Descrição gerada automaticamente">
            <a:extLst>
              <a:ext uri="{FF2B5EF4-FFF2-40B4-BE49-F238E27FC236}">
                <a16:creationId xmlns:a16="http://schemas.microsoft.com/office/drawing/2014/main" id="{C663C1F1-D903-3672-A0C3-48F3508703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4944" y="4137998"/>
            <a:ext cx="726743" cy="726743"/>
          </a:xfrm>
          <a:prstGeom prst="rect">
            <a:avLst/>
          </a:prstGeom>
        </p:spPr>
      </p:pic>
      <p:pic>
        <p:nvPicPr>
          <p:cNvPr id="23" name="Imagem 22" descr="Ícone&#10;&#10;Descrição gerada automaticamente">
            <a:extLst>
              <a:ext uri="{FF2B5EF4-FFF2-40B4-BE49-F238E27FC236}">
                <a16:creationId xmlns:a16="http://schemas.microsoft.com/office/drawing/2014/main" id="{54B5877C-D554-5EAC-3982-2C87E6788A2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05" t="8212" r="18089" b="27024"/>
          <a:stretch/>
        </p:blipFill>
        <p:spPr>
          <a:xfrm>
            <a:off x="9666176" y="6729489"/>
            <a:ext cx="825112" cy="812292"/>
          </a:xfrm>
          <a:prstGeom prst="rect">
            <a:avLst/>
          </a:prstGeom>
        </p:spPr>
      </p:pic>
      <p:pic>
        <p:nvPicPr>
          <p:cNvPr id="31" name="Imagem 30" descr="Forma&#10;&#10;Descrição gerada automaticamente">
            <a:extLst>
              <a:ext uri="{FF2B5EF4-FFF2-40B4-BE49-F238E27FC236}">
                <a16:creationId xmlns:a16="http://schemas.microsoft.com/office/drawing/2014/main" id="{13A2B710-B542-3DD8-F22D-ECE2BD56FA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5714" y="1511862"/>
            <a:ext cx="628655" cy="628655"/>
          </a:xfrm>
          <a:prstGeom prst="rect">
            <a:avLst/>
          </a:prstGeom>
        </p:spPr>
      </p:pic>
      <p:pic>
        <p:nvPicPr>
          <p:cNvPr id="38" name="Imagem 37" descr="Ícone&#10;&#10;Descrição gerada automaticamente">
            <a:extLst>
              <a:ext uri="{FF2B5EF4-FFF2-40B4-BE49-F238E27FC236}">
                <a16:creationId xmlns:a16="http://schemas.microsoft.com/office/drawing/2014/main" id="{467852A8-F363-7009-F3BE-6A5412BEA25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6323" y="2834594"/>
            <a:ext cx="628654" cy="628654"/>
          </a:xfrm>
          <a:prstGeom prst="rect">
            <a:avLst/>
          </a:prstGeom>
        </p:spPr>
      </p:pic>
      <p:pic>
        <p:nvPicPr>
          <p:cNvPr id="42" name="Imagem 41" descr="Ícone&#10;&#10;Descrição gerada automaticamente">
            <a:extLst>
              <a:ext uri="{FF2B5EF4-FFF2-40B4-BE49-F238E27FC236}">
                <a16:creationId xmlns:a16="http://schemas.microsoft.com/office/drawing/2014/main" id="{7BD8C20D-8C45-3B36-4DAE-E11DA8BD8A6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4325" y="5444196"/>
            <a:ext cx="830652" cy="83065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8E7FAC9-C3DF-15FD-418E-F50AC49438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2451135" y="511952"/>
            <a:ext cx="12173722" cy="6849748"/>
          </a:xfrm>
          <a:prstGeom prst="rect">
            <a:avLst/>
          </a:prstGeom>
        </p:spPr>
      </p:pic>
      <p:pic>
        <p:nvPicPr>
          <p:cNvPr id="5" name="Imagem 4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549123BC-7163-E0B9-A43C-8A6FEFC5B87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7551" y="5465463"/>
            <a:ext cx="3688163" cy="2166676"/>
          </a:xfrm>
          <a:prstGeom prst="rect">
            <a:avLst/>
          </a:prstGeom>
        </p:spPr>
      </p:pic>
      <p:pic>
        <p:nvPicPr>
          <p:cNvPr id="8" name="Imagem 7" descr="Uma imagem contendo Ícone&#10;&#10;Descrição gerada automaticamente">
            <a:extLst>
              <a:ext uri="{FF2B5EF4-FFF2-40B4-BE49-F238E27FC236}">
                <a16:creationId xmlns:a16="http://schemas.microsoft.com/office/drawing/2014/main" id="{0B46E742-D552-8165-8C46-97397C079830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98" r="27318" b="77562"/>
          <a:stretch/>
        </p:blipFill>
        <p:spPr>
          <a:xfrm>
            <a:off x="10799642" y="5707964"/>
            <a:ext cx="1026457" cy="446957"/>
          </a:xfrm>
          <a:prstGeom prst="rect">
            <a:avLst/>
          </a:prstGeom>
        </p:spPr>
      </p:pic>
      <p:pic>
        <p:nvPicPr>
          <p:cNvPr id="9" name="Imagem 8" descr="Uma imagem contendo Ícone&#10;&#10;Descrição gerada automaticamente">
            <a:extLst>
              <a:ext uri="{FF2B5EF4-FFF2-40B4-BE49-F238E27FC236}">
                <a16:creationId xmlns:a16="http://schemas.microsoft.com/office/drawing/2014/main" id="{E9CFA553-C463-FF6F-5A7A-58E562184EE1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59" t="51217" r="31409" b="28102"/>
          <a:stretch/>
        </p:blipFill>
        <p:spPr>
          <a:xfrm>
            <a:off x="12096971" y="5691450"/>
            <a:ext cx="1562690" cy="694782"/>
          </a:xfrm>
          <a:prstGeom prst="rect">
            <a:avLst/>
          </a:prstGeom>
        </p:spPr>
      </p:pic>
      <p:pic>
        <p:nvPicPr>
          <p:cNvPr id="10" name="Imagem 9" descr="Uma imagem contendo Ícone&#10;&#10;Descrição gerada automaticamente">
            <a:extLst>
              <a:ext uri="{FF2B5EF4-FFF2-40B4-BE49-F238E27FC236}">
                <a16:creationId xmlns:a16="http://schemas.microsoft.com/office/drawing/2014/main" id="{CE63FB27-1EA3-0B48-90BE-D6E67D92E949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55" t="22161" r="35044" b="49796"/>
          <a:stretch/>
        </p:blipFill>
        <p:spPr>
          <a:xfrm>
            <a:off x="10608411" y="6274849"/>
            <a:ext cx="1282049" cy="1086851"/>
          </a:xfrm>
          <a:prstGeom prst="rect">
            <a:avLst/>
          </a:prstGeom>
        </p:spPr>
      </p:pic>
      <p:pic>
        <p:nvPicPr>
          <p:cNvPr id="11" name="Imagem 10" descr="Uma imagem contendo Ícone&#10;&#10;Descrição gerada automaticamente">
            <a:extLst>
              <a:ext uri="{FF2B5EF4-FFF2-40B4-BE49-F238E27FC236}">
                <a16:creationId xmlns:a16="http://schemas.microsoft.com/office/drawing/2014/main" id="{15DFBFE8-4C2B-921F-30A3-5C931DC44E87}"/>
              </a:ext>
            </a:extLst>
          </p:cNvPr>
          <p:cNvPicPr>
            <a:picLocks noChangeAspect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87" t="77183" r="36581" b="777"/>
          <a:stretch/>
        </p:blipFill>
        <p:spPr>
          <a:xfrm>
            <a:off x="12100978" y="6322988"/>
            <a:ext cx="1579813" cy="1161506"/>
          </a:xfrm>
          <a:prstGeom prst="rect">
            <a:avLst/>
          </a:prstGeom>
        </p:spPr>
      </p:pic>
      <p:pic>
        <p:nvPicPr>
          <p:cNvPr id="12" name="Imagem 11" descr="Desenho de uma placa&#10;&#10;Descrição gerada automaticamente">
            <a:extLst>
              <a:ext uri="{FF2B5EF4-FFF2-40B4-BE49-F238E27FC236}">
                <a16:creationId xmlns:a16="http://schemas.microsoft.com/office/drawing/2014/main" id="{79484F09-E216-7422-9623-5F3C18EA30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252" y="5567032"/>
            <a:ext cx="303124" cy="303124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02095EF3-39EF-5C0A-62B6-B24D4448C2A4}"/>
              </a:ext>
            </a:extLst>
          </p:cNvPr>
          <p:cNvGrpSpPr/>
          <p:nvPr/>
        </p:nvGrpSpPr>
        <p:grpSpPr>
          <a:xfrm>
            <a:off x="5002494" y="6154921"/>
            <a:ext cx="2338515" cy="1596753"/>
            <a:chOff x="1954493" y="5011920"/>
            <a:chExt cx="2338515" cy="1596753"/>
          </a:xfrm>
        </p:grpSpPr>
        <p:pic>
          <p:nvPicPr>
            <p:cNvPr id="14" name="Imagem 13" descr="Interface gráfica do usuário, Aplicativo&#10;&#10;Descrição gerada automaticamente">
              <a:extLst>
                <a:ext uri="{FF2B5EF4-FFF2-40B4-BE49-F238E27FC236}">
                  <a16:creationId xmlns:a16="http://schemas.microsoft.com/office/drawing/2014/main" id="{0936D3A9-42E5-C04F-6EED-0795C1DB5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54493" y="5011920"/>
              <a:ext cx="2338515" cy="1552848"/>
            </a:xfrm>
            <a:prstGeom prst="rect">
              <a:avLst/>
            </a:prstGeom>
          </p:spPr>
        </p:pic>
        <p:pic>
          <p:nvPicPr>
            <p:cNvPr id="16" name="Imagem 15" descr="Logotipo&#10;&#10;Descrição gerada automaticamente">
              <a:extLst>
                <a:ext uri="{FF2B5EF4-FFF2-40B4-BE49-F238E27FC236}">
                  <a16:creationId xmlns:a16="http://schemas.microsoft.com/office/drawing/2014/main" id="{D6CD3EC8-60F9-461B-536C-D8BD1C0A8E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4139"/>
            <a:stretch/>
          </p:blipFill>
          <p:spPr>
            <a:xfrm>
              <a:off x="2148120" y="5079883"/>
              <a:ext cx="318824" cy="326698"/>
            </a:xfrm>
            <a:prstGeom prst="rect">
              <a:avLst/>
            </a:prstGeom>
          </p:spPr>
        </p:pic>
        <p:pic>
          <p:nvPicPr>
            <p:cNvPr id="17" name="Imagem 16" descr="Uma imagem contendo Ícone&#10;&#10;Descrição gerada automaticamente">
              <a:extLst>
                <a:ext uri="{FF2B5EF4-FFF2-40B4-BE49-F238E27FC236}">
                  <a16:creationId xmlns:a16="http://schemas.microsoft.com/office/drawing/2014/main" id="{FF60BBC1-CC30-9994-7386-F95E17339F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998" r="27318" b="77562"/>
            <a:stretch/>
          </p:blipFill>
          <p:spPr>
            <a:xfrm>
              <a:off x="2218322" y="5373356"/>
              <a:ext cx="702311" cy="305812"/>
            </a:xfrm>
            <a:prstGeom prst="rect">
              <a:avLst/>
            </a:prstGeom>
          </p:spPr>
        </p:pic>
        <p:pic>
          <p:nvPicPr>
            <p:cNvPr id="18" name="Imagem 17" descr="Uma imagem contendo Ícone&#10;&#10;Descrição gerada automaticamente">
              <a:extLst>
                <a:ext uri="{FF2B5EF4-FFF2-40B4-BE49-F238E27FC236}">
                  <a16:creationId xmlns:a16="http://schemas.microsoft.com/office/drawing/2014/main" id="{1D54F8F7-0471-16A7-9EB3-CF18C1EC07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059" t="51217" r="31409" b="28102"/>
            <a:stretch/>
          </p:blipFill>
          <p:spPr>
            <a:xfrm>
              <a:off x="2949636" y="5285365"/>
              <a:ext cx="1069206" cy="475376"/>
            </a:xfrm>
            <a:prstGeom prst="rect">
              <a:avLst/>
            </a:prstGeom>
          </p:spPr>
        </p:pic>
        <p:pic>
          <p:nvPicPr>
            <p:cNvPr id="20" name="Imagem 19" descr="Uma imagem contendo Ícone&#10;&#10;Descrição gerada automaticamente">
              <a:extLst>
                <a:ext uri="{FF2B5EF4-FFF2-40B4-BE49-F238E27FC236}">
                  <a16:creationId xmlns:a16="http://schemas.microsoft.com/office/drawing/2014/main" id="{2CAA7BA5-F9B7-0004-462A-6EEA3E0B75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555" t="22161" r="35044" b="49796"/>
            <a:stretch/>
          </p:blipFill>
          <p:spPr>
            <a:xfrm>
              <a:off x="2049881" y="5788344"/>
              <a:ext cx="877189" cy="743633"/>
            </a:xfrm>
            <a:prstGeom prst="rect">
              <a:avLst/>
            </a:prstGeom>
          </p:spPr>
        </p:pic>
        <p:pic>
          <p:nvPicPr>
            <p:cNvPr id="22" name="Imagem 21" descr="Uma imagem contendo Ícone&#10;&#10;Descrição gerada automaticamente">
              <a:extLst>
                <a:ext uri="{FF2B5EF4-FFF2-40B4-BE49-F238E27FC236}">
                  <a16:creationId xmlns:a16="http://schemas.microsoft.com/office/drawing/2014/main" id="{B8FEA4CD-B4EB-B428-B128-9C913558A5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587" t="77183" r="36581" b="777"/>
            <a:stretch/>
          </p:blipFill>
          <p:spPr>
            <a:xfrm>
              <a:off x="3057198" y="5813960"/>
              <a:ext cx="1080922" cy="7947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04575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71000">
              <a:srgbClr val="163256"/>
            </a:gs>
            <a:gs pos="90000">
              <a:schemeClr val="accent1">
                <a:lumMod val="67000"/>
              </a:schemeClr>
            </a:gs>
            <a:gs pos="0">
              <a:srgbClr val="011826"/>
            </a:gs>
          </a:gsLst>
          <a:lin ang="108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EE62CE72-0F8A-96A6-AC15-02F1338DA53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139"/>
          <a:stretch/>
        </p:blipFill>
        <p:spPr>
          <a:xfrm>
            <a:off x="9863910" y="1410862"/>
            <a:ext cx="810632" cy="830652"/>
          </a:xfrm>
          <a:prstGeom prst="rect">
            <a:avLst/>
          </a:prstGeom>
        </p:spPr>
      </p:pic>
      <p:pic>
        <p:nvPicPr>
          <p:cNvPr id="15" name="Imagem 14" descr="Desenho de uma placa&#10;&#10;Descrição gerada automaticamente">
            <a:extLst>
              <a:ext uri="{FF2B5EF4-FFF2-40B4-BE49-F238E27FC236}">
                <a16:creationId xmlns:a16="http://schemas.microsoft.com/office/drawing/2014/main" id="{6C9685F8-072A-B901-51C3-1EB1DC8744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4198" y="4343031"/>
            <a:ext cx="726744" cy="726744"/>
          </a:xfrm>
          <a:prstGeom prst="rect">
            <a:avLst/>
          </a:prstGeom>
        </p:spPr>
      </p:pic>
      <p:pic>
        <p:nvPicPr>
          <p:cNvPr id="19" name="Imagem 18" descr="Padrão do plano de fundo&#10;&#10;Descrição gerada automaticamente">
            <a:extLst>
              <a:ext uri="{FF2B5EF4-FFF2-40B4-BE49-F238E27FC236}">
                <a16:creationId xmlns:a16="http://schemas.microsoft.com/office/drawing/2014/main" id="{96C30439-AFDE-DDEA-8CD3-5A427EEFA6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44198" y="6866145"/>
            <a:ext cx="624210" cy="662821"/>
          </a:xfrm>
          <a:prstGeom prst="rect">
            <a:avLst/>
          </a:prstGeom>
        </p:spPr>
      </p:pic>
      <p:pic>
        <p:nvPicPr>
          <p:cNvPr id="21" name="Imagem 20" descr="Ícone&#10;&#10;Descrição gerada automaticamente">
            <a:extLst>
              <a:ext uri="{FF2B5EF4-FFF2-40B4-BE49-F238E27FC236}">
                <a16:creationId xmlns:a16="http://schemas.microsoft.com/office/drawing/2014/main" id="{C663C1F1-D903-3672-A0C3-48F3508703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4944" y="4137998"/>
            <a:ext cx="726743" cy="726743"/>
          </a:xfrm>
          <a:prstGeom prst="rect">
            <a:avLst/>
          </a:prstGeom>
        </p:spPr>
      </p:pic>
      <p:pic>
        <p:nvPicPr>
          <p:cNvPr id="23" name="Imagem 22" descr="Ícone&#10;&#10;Descrição gerada automaticamente">
            <a:extLst>
              <a:ext uri="{FF2B5EF4-FFF2-40B4-BE49-F238E27FC236}">
                <a16:creationId xmlns:a16="http://schemas.microsoft.com/office/drawing/2014/main" id="{54B5877C-D554-5EAC-3982-2C87E6788A2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05" t="8212" r="18089" b="27024"/>
          <a:stretch/>
        </p:blipFill>
        <p:spPr>
          <a:xfrm>
            <a:off x="9666176" y="6729489"/>
            <a:ext cx="825112" cy="812292"/>
          </a:xfrm>
          <a:prstGeom prst="rect">
            <a:avLst/>
          </a:prstGeom>
        </p:spPr>
      </p:pic>
      <p:pic>
        <p:nvPicPr>
          <p:cNvPr id="31" name="Imagem 30" descr="Forma&#10;&#10;Descrição gerada automaticamente">
            <a:extLst>
              <a:ext uri="{FF2B5EF4-FFF2-40B4-BE49-F238E27FC236}">
                <a16:creationId xmlns:a16="http://schemas.microsoft.com/office/drawing/2014/main" id="{13A2B710-B542-3DD8-F22D-ECE2BD56FA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5714" y="1511862"/>
            <a:ext cx="628655" cy="628655"/>
          </a:xfrm>
          <a:prstGeom prst="rect">
            <a:avLst/>
          </a:prstGeom>
        </p:spPr>
      </p:pic>
      <p:pic>
        <p:nvPicPr>
          <p:cNvPr id="38" name="Imagem 37" descr="Ícone&#10;&#10;Descrição gerada automaticamente">
            <a:extLst>
              <a:ext uri="{FF2B5EF4-FFF2-40B4-BE49-F238E27FC236}">
                <a16:creationId xmlns:a16="http://schemas.microsoft.com/office/drawing/2014/main" id="{467852A8-F363-7009-F3BE-6A5412BEA25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16323" y="2834594"/>
            <a:ext cx="628654" cy="628654"/>
          </a:xfrm>
          <a:prstGeom prst="rect">
            <a:avLst/>
          </a:prstGeom>
        </p:spPr>
      </p:pic>
      <p:grpSp>
        <p:nvGrpSpPr>
          <p:cNvPr id="8" name="Agrupar 7">
            <a:extLst>
              <a:ext uri="{FF2B5EF4-FFF2-40B4-BE49-F238E27FC236}">
                <a16:creationId xmlns:a16="http://schemas.microsoft.com/office/drawing/2014/main" id="{063EAA03-A31E-5FBE-D610-005177B11DA4}"/>
              </a:ext>
            </a:extLst>
          </p:cNvPr>
          <p:cNvGrpSpPr/>
          <p:nvPr/>
        </p:nvGrpSpPr>
        <p:grpSpPr>
          <a:xfrm>
            <a:off x="2104832" y="526473"/>
            <a:ext cx="371859" cy="403223"/>
            <a:chOff x="2104832" y="526473"/>
            <a:chExt cx="371859" cy="403223"/>
          </a:xfrm>
        </p:grpSpPr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16E83784-F173-1157-BEAD-69DE8621D8CE}"/>
                </a:ext>
              </a:extLst>
            </p:cNvPr>
            <p:cNvSpPr/>
            <p:nvPr/>
          </p:nvSpPr>
          <p:spPr>
            <a:xfrm>
              <a:off x="2105891" y="526473"/>
              <a:ext cx="370800" cy="3708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40F5A43B-5874-D582-7482-26A3DD2D3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04832" y="558896"/>
              <a:ext cx="370800" cy="370800"/>
            </a:xfrm>
            <a:prstGeom prst="rect">
              <a:avLst/>
            </a:prstGeom>
          </p:spPr>
        </p:pic>
      </p:grpSp>
      <p:pic>
        <p:nvPicPr>
          <p:cNvPr id="42" name="Imagem 41" descr="Ícone&#10;&#10;Descrição gerada automaticamente">
            <a:extLst>
              <a:ext uri="{FF2B5EF4-FFF2-40B4-BE49-F238E27FC236}">
                <a16:creationId xmlns:a16="http://schemas.microsoft.com/office/drawing/2014/main" id="{7BD8C20D-8C45-3B36-4DAE-E11DA8BD8A6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4325" y="5444196"/>
            <a:ext cx="830652" cy="83065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D8E7FAC9-C3DF-15FD-418E-F50AC49438A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39346" y="1143000"/>
            <a:ext cx="8700655" cy="6858001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91A45A0-56A1-99F8-FDEA-95898BA5CA95}"/>
              </a:ext>
            </a:extLst>
          </p:cNvPr>
          <p:cNvSpPr txBox="1"/>
          <p:nvPr/>
        </p:nvSpPr>
        <p:spPr>
          <a:xfrm>
            <a:off x="3228175" y="1986677"/>
            <a:ext cx="301105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>
                <a:solidFill>
                  <a:schemeClr val="bg1"/>
                </a:solidFill>
              </a:rPr>
              <a:t>Portifólio de projetos</a:t>
            </a:r>
          </a:p>
        </p:txBody>
      </p:sp>
    </p:spTree>
    <p:extLst>
      <p:ext uri="{BB962C8B-B14F-4D97-AF65-F5344CB8AC3E}">
        <p14:creationId xmlns:p14="http://schemas.microsoft.com/office/powerpoint/2010/main" val="10213741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4BA838C-A442-0602-6F4C-5303CE5F9542}"/>
              </a:ext>
            </a:extLst>
          </p:cNvPr>
          <p:cNvGrpSpPr/>
          <p:nvPr/>
        </p:nvGrpSpPr>
        <p:grpSpPr>
          <a:xfrm>
            <a:off x="2975704" y="1143001"/>
            <a:ext cx="4200951" cy="6793345"/>
            <a:chOff x="-72297" y="0"/>
            <a:chExt cx="4200951" cy="6793345"/>
          </a:xfrm>
        </p:grpSpPr>
        <p:pic>
          <p:nvPicPr>
            <p:cNvPr id="5" name="Imagem 4" descr="Uma imagem contendo Ícone&#10;&#10;Descrição gerada automaticamente">
              <a:extLst>
                <a:ext uri="{FF2B5EF4-FFF2-40B4-BE49-F238E27FC236}">
                  <a16:creationId xmlns:a16="http://schemas.microsoft.com/office/drawing/2014/main" id="{66512503-E8DE-BB52-6F3B-FE315E9C1F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998" r="27318" b="77562"/>
            <a:stretch/>
          </p:blipFill>
          <p:spPr>
            <a:xfrm>
              <a:off x="-72297" y="0"/>
              <a:ext cx="4200951" cy="2631168"/>
            </a:xfrm>
            <a:prstGeom prst="rect">
              <a:avLst/>
            </a:prstGeom>
          </p:spPr>
        </p:pic>
        <p:grpSp>
          <p:nvGrpSpPr>
            <p:cNvPr id="12" name="Agrupar 11">
              <a:extLst>
                <a:ext uri="{FF2B5EF4-FFF2-40B4-BE49-F238E27FC236}">
                  <a16:creationId xmlns:a16="http://schemas.microsoft.com/office/drawing/2014/main" id="{299891D0-08D0-B066-F8C3-9A7E154F2D5C}"/>
                </a:ext>
              </a:extLst>
            </p:cNvPr>
            <p:cNvGrpSpPr/>
            <p:nvPr/>
          </p:nvGrpSpPr>
          <p:grpSpPr>
            <a:xfrm>
              <a:off x="-72297" y="5043054"/>
              <a:ext cx="3050854" cy="1750291"/>
              <a:chOff x="7249550" y="4322463"/>
              <a:chExt cx="3688163" cy="2166676"/>
            </a:xfrm>
          </p:grpSpPr>
          <p:pic>
            <p:nvPicPr>
              <p:cNvPr id="6" name="Imagem 5" descr="Interface gráfica do usuário, Aplicativo&#10;&#10;Descrição gerada automaticamente">
                <a:extLst>
                  <a:ext uri="{FF2B5EF4-FFF2-40B4-BE49-F238E27FC236}">
                    <a16:creationId xmlns:a16="http://schemas.microsoft.com/office/drawing/2014/main" id="{44089266-EF96-9875-7B0A-2E0F710C30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49550" y="4322463"/>
                <a:ext cx="3688163" cy="2166676"/>
              </a:xfrm>
              <a:prstGeom prst="rect">
                <a:avLst/>
              </a:prstGeom>
            </p:spPr>
          </p:pic>
          <p:pic>
            <p:nvPicPr>
              <p:cNvPr id="7" name="Imagem 6" descr="Uma imagem contendo Ícone&#10;&#10;Descrição gerada automaticamente">
                <a:extLst>
                  <a:ext uri="{FF2B5EF4-FFF2-40B4-BE49-F238E27FC236}">
                    <a16:creationId xmlns:a16="http://schemas.microsoft.com/office/drawing/2014/main" id="{66FF6CD5-E936-B3D7-2063-F09E2DAC8F5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998" r="27318" b="77562"/>
              <a:stretch/>
            </p:blipFill>
            <p:spPr>
              <a:xfrm>
                <a:off x="7751641" y="4564963"/>
                <a:ext cx="1026457" cy="446957"/>
              </a:xfrm>
              <a:prstGeom prst="rect">
                <a:avLst/>
              </a:prstGeom>
            </p:spPr>
          </p:pic>
          <p:pic>
            <p:nvPicPr>
              <p:cNvPr id="8" name="Imagem 7" descr="Uma imagem contendo Ícone&#10;&#10;Descrição gerada automaticamente">
                <a:extLst>
                  <a:ext uri="{FF2B5EF4-FFF2-40B4-BE49-F238E27FC236}">
                    <a16:creationId xmlns:a16="http://schemas.microsoft.com/office/drawing/2014/main" id="{773B7069-AA3D-DB34-EF91-0CF5031D95C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0059" t="51217" r="31409" b="28102"/>
              <a:stretch/>
            </p:blipFill>
            <p:spPr>
              <a:xfrm>
                <a:off x="9048971" y="4548450"/>
                <a:ext cx="1562690" cy="694782"/>
              </a:xfrm>
              <a:prstGeom prst="rect">
                <a:avLst/>
              </a:prstGeom>
            </p:spPr>
          </p:pic>
          <p:pic>
            <p:nvPicPr>
              <p:cNvPr id="9" name="Imagem 8" descr="Uma imagem contendo Ícone&#10;&#10;Descrição gerada automaticamente">
                <a:extLst>
                  <a:ext uri="{FF2B5EF4-FFF2-40B4-BE49-F238E27FC236}">
                    <a16:creationId xmlns:a16="http://schemas.microsoft.com/office/drawing/2014/main" id="{50A3D611-7209-EDFF-11AC-6CF8A5DE10A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555" t="22161" r="35044" b="49796"/>
              <a:stretch/>
            </p:blipFill>
            <p:spPr>
              <a:xfrm>
                <a:off x="7560410" y="5131848"/>
                <a:ext cx="1282049" cy="1086851"/>
              </a:xfrm>
              <a:prstGeom prst="rect">
                <a:avLst/>
              </a:prstGeom>
            </p:spPr>
          </p:pic>
          <p:pic>
            <p:nvPicPr>
              <p:cNvPr id="10" name="Imagem 9" descr="Uma imagem contendo Ícone&#10;&#10;Descrição gerada automaticamente">
                <a:extLst>
                  <a:ext uri="{FF2B5EF4-FFF2-40B4-BE49-F238E27FC236}">
                    <a16:creationId xmlns:a16="http://schemas.microsoft.com/office/drawing/2014/main" id="{6CB41BB1-0B37-7ED1-A736-A35369098CB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587" t="77183" r="36581" b="777"/>
              <a:stretch/>
            </p:blipFill>
            <p:spPr>
              <a:xfrm>
                <a:off x="9052977" y="5179988"/>
                <a:ext cx="1579813" cy="1161506"/>
              </a:xfrm>
              <a:prstGeom prst="rect">
                <a:avLst/>
              </a:prstGeom>
            </p:spPr>
          </p:pic>
          <p:pic>
            <p:nvPicPr>
              <p:cNvPr id="11" name="Imagem 10" descr="Desenho de uma placa&#10;&#10;Descrição gerada automaticamente">
                <a:extLst>
                  <a:ext uri="{FF2B5EF4-FFF2-40B4-BE49-F238E27FC236}">
                    <a16:creationId xmlns:a16="http://schemas.microsoft.com/office/drawing/2014/main" id="{711604A8-2874-ABE7-A3BC-3895419351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553252" y="4424032"/>
                <a:ext cx="303124" cy="303124"/>
              </a:xfrm>
              <a:prstGeom prst="rect">
                <a:avLst/>
              </a:prstGeom>
            </p:spPr>
          </p:pic>
        </p:grpSp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id="{104DAC35-2F7C-34E4-2EF9-833489763B48}"/>
                </a:ext>
              </a:extLst>
            </p:cNvPr>
            <p:cNvGrpSpPr/>
            <p:nvPr/>
          </p:nvGrpSpPr>
          <p:grpSpPr>
            <a:xfrm>
              <a:off x="1662545" y="3429000"/>
              <a:ext cx="2129100" cy="1358968"/>
              <a:chOff x="1954493" y="5011920"/>
              <a:chExt cx="2338515" cy="1596753"/>
            </a:xfrm>
          </p:grpSpPr>
          <p:pic>
            <p:nvPicPr>
              <p:cNvPr id="14" name="Imagem 13" descr="Interface gráfica do usuário, Aplicativo&#10;&#10;Descrição gerada automaticamente">
                <a:extLst>
                  <a:ext uri="{FF2B5EF4-FFF2-40B4-BE49-F238E27FC236}">
                    <a16:creationId xmlns:a16="http://schemas.microsoft.com/office/drawing/2014/main" id="{2D20ED45-4C20-1526-AF28-BF1486544A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954493" y="5011920"/>
                <a:ext cx="2338515" cy="1552848"/>
              </a:xfrm>
              <a:prstGeom prst="rect">
                <a:avLst/>
              </a:prstGeom>
            </p:spPr>
          </p:pic>
          <p:pic>
            <p:nvPicPr>
              <p:cNvPr id="15" name="Imagem 14" descr="Logotipo&#10;&#10;Descrição gerada automaticamente">
                <a:extLst>
                  <a:ext uri="{FF2B5EF4-FFF2-40B4-BE49-F238E27FC236}">
                    <a16:creationId xmlns:a16="http://schemas.microsoft.com/office/drawing/2014/main" id="{125C5E3A-A133-F767-F9C4-B656E327E43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4139"/>
              <a:stretch/>
            </p:blipFill>
            <p:spPr>
              <a:xfrm>
                <a:off x="2148120" y="5079883"/>
                <a:ext cx="318824" cy="326698"/>
              </a:xfrm>
              <a:prstGeom prst="rect">
                <a:avLst/>
              </a:prstGeom>
            </p:spPr>
          </p:pic>
          <p:pic>
            <p:nvPicPr>
              <p:cNvPr id="16" name="Imagem 15" descr="Uma imagem contendo Ícone&#10;&#10;Descrição gerada automaticamente">
                <a:extLst>
                  <a:ext uri="{FF2B5EF4-FFF2-40B4-BE49-F238E27FC236}">
                    <a16:creationId xmlns:a16="http://schemas.microsoft.com/office/drawing/2014/main" id="{8E6F9C27-75F7-5785-8176-E03D26A44EE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998" r="27318" b="77562"/>
              <a:stretch/>
            </p:blipFill>
            <p:spPr>
              <a:xfrm>
                <a:off x="2218322" y="5373356"/>
                <a:ext cx="702311" cy="305812"/>
              </a:xfrm>
              <a:prstGeom prst="rect">
                <a:avLst/>
              </a:prstGeom>
            </p:spPr>
          </p:pic>
          <p:pic>
            <p:nvPicPr>
              <p:cNvPr id="17" name="Imagem 16" descr="Uma imagem contendo Ícone&#10;&#10;Descrição gerada automaticamente">
                <a:extLst>
                  <a:ext uri="{FF2B5EF4-FFF2-40B4-BE49-F238E27FC236}">
                    <a16:creationId xmlns:a16="http://schemas.microsoft.com/office/drawing/2014/main" id="{DF280C52-15FF-6D88-F123-E4EA49D0E0B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0059" t="51217" r="31409" b="28102"/>
              <a:stretch/>
            </p:blipFill>
            <p:spPr>
              <a:xfrm>
                <a:off x="2949636" y="5285365"/>
                <a:ext cx="1069206" cy="475376"/>
              </a:xfrm>
              <a:prstGeom prst="rect">
                <a:avLst/>
              </a:prstGeom>
            </p:spPr>
          </p:pic>
          <p:pic>
            <p:nvPicPr>
              <p:cNvPr id="18" name="Imagem 17" descr="Uma imagem contendo Ícone&#10;&#10;Descrição gerada automaticamente">
                <a:extLst>
                  <a:ext uri="{FF2B5EF4-FFF2-40B4-BE49-F238E27FC236}">
                    <a16:creationId xmlns:a16="http://schemas.microsoft.com/office/drawing/2014/main" id="{6693E028-433D-EB1E-2451-542922C40271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7555" t="22161" r="35044" b="49796"/>
              <a:stretch/>
            </p:blipFill>
            <p:spPr>
              <a:xfrm>
                <a:off x="2049881" y="5788344"/>
                <a:ext cx="877189" cy="743633"/>
              </a:xfrm>
              <a:prstGeom prst="rect">
                <a:avLst/>
              </a:prstGeom>
            </p:spPr>
          </p:pic>
          <p:pic>
            <p:nvPicPr>
              <p:cNvPr id="19" name="Imagem 18" descr="Uma imagem contendo Ícone&#10;&#10;Descrição gerada automaticamente">
                <a:extLst>
                  <a:ext uri="{FF2B5EF4-FFF2-40B4-BE49-F238E27FC236}">
                    <a16:creationId xmlns:a16="http://schemas.microsoft.com/office/drawing/2014/main" id="{BB7218D2-7727-40EA-7CE9-48459AB21AC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587" t="77183" r="36581" b="777"/>
              <a:stretch/>
            </p:blipFill>
            <p:spPr>
              <a:xfrm>
                <a:off x="3057198" y="5813960"/>
                <a:ext cx="1080922" cy="794713"/>
              </a:xfrm>
              <a:prstGeom prst="rect">
                <a:avLst/>
              </a:prstGeom>
            </p:spPr>
          </p:pic>
        </p:grpSp>
        <p:pic>
          <p:nvPicPr>
            <p:cNvPr id="21" name="Imagem 20" descr="Interface gráfica do usuário, Aplicativo&#10;&#10;Descrição gerada automaticamente">
              <a:extLst>
                <a:ext uri="{FF2B5EF4-FFF2-40B4-BE49-F238E27FC236}">
                  <a16:creationId xmlns:a16="http://schemas.microsoft.com/office/drawing/2014/main" id="{0642B823-A8D4-A37F-2E61-E568E339C1B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7389" y="3141372"/>
              <a:ext cx="815689" cy="1573704"/>
            </a:xfrm>
            <a:prstGeom prst="rect">
              <a:avLst/>
            </a:prstGeom>
          </p:spPr>
        </p:pic>
        <p:pic>
          <p:nvPicPr>
            <p:cNvPr id="22" name="Imagem 21" descr="Uma imagem contendo Ícone&#10;&#10;Descrição gerada automaticamente">
              <a:extLst>
                <a:ext uri="{FF2B5EF4-FFF2-40B4-BE49-F238E27FC236}">
                  <a16:creationId xmlns:a16="http://schemas.microsoft.com/office/drawing/2014/main" id="{9EF57340-209F-9A24-C62A-860A8F9C92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059" t="51217" r="57275" b="28102"/>
            <a:stretch/>
          </p:blipFill>
          <p:spPr>
            <a:xfrm>
              <a:off x="528681" y="2073485"/>
              <a:ext cx="694397" cy="939246"/>
            </a:xfrm>
            <a:prstGeom prst="rect">
              <a:avLst/>
            </a:prstGeom>
          </p:spPr>
        </p:pic>
        <p:pic>
          <p:nvPicPr>
            <p:cNvPr id="23" name="Imagem 22" descr="Ícone&#10;&#10;Descrição gerada automaticamente">
              <a:extLst>
                <a:ext uri="{FF2B5EF4-FFF2-40B4-BE49-F238E27FC236}">
                  <a16:creationId xmlns:a16="http://schemas.microsoft.com/office/drawing/2014/main" id="{55BC7331-8CE2-D18E-0827-8817E541207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22208" y="2292517"/>
              <a:ext cx="613142" cy="613142"/>
            </a:xfrm>
            <a:prstGeom prst="rect">
              <a:avLst/>
            </a:prstGeom>
          </p:spPr>
        </p:pic>
      </p:grpSp>
      <p:pic>
        <p:nvPicPr>
          <p:cNvPr id="3" name="Imagem 2" descr="Ícone&#10;&#10;Descrição gerada automaticamente">
            <a:extLst>
              <a:ext uri="{FF2B5EF4-FFF2-40B4-BE49-F238E27FC236}">
                <a16:creationId xmlns:a16="http://schemas.microsoft.com/office/drawing/2014/main" id="{1C60F070-8360-24FE-80A6-E7B090EC94F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6261" y="2475302"/>
            <a:ext cx="4406349" cy="2336508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9644C9D-C5E8-3764-8DE8-EEAF549801F4}"/>
              </a:ext>
            </a:extLst>
          </p:cNvPr>
          <p:cNvSpPr/>
          <p:nvPr/>
        </p:nvSpPr>
        <p:spPr>
          <a:xfrm>
            <a:off x="5140094" y="1648237"/>
            <a:ext cx="4200951" cy="3231376"/>
          </a:xfrm>
          <a:prstGeom prst="rect">
            <a:avLst/>
          </a:prstGeom>
          <a:solidFill>
            <a:srgbClr val="E4AE1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5761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Agrupar 13">
            <a:extLst>
              <a:ext uri="{FF2B5EF4-FFF2-40B4-BE49-F238E27FC236}">
                <a16:creationId xmlns:a16="http://schemas.microsoft.com/office/drawing/2014/main" id="{60BA24D0-53D0-1BF1-E7B7-16D47C07E946}"/>
              </a:ext>
            </a:extLst>
          </p:cNvPr>
          <p:cNvGrpSpPr/>
          <p:nvPr/>
        </p:nvGrpSpPr>
        <p:grpSpPr>
          <a:xfrm>
            <a:off x="762000" y="212723"/>
            <a:ext cx="17221676" cy="10194333"/>
            <a:chOff x="381000" y="79373"/>
            <a:chExt cx="17221676" cy="10194333"/>
          </a:xfrm>
        </p:grpSpPr>
        <p:pic>
          <p:nvPicPr>
            <p:cNvPr id="2" name="Imagem 1">
              <a:extLst>
                <a:ext uri="{FF2B5EF4-FFF2-40B4-BE49-F238E27FC236}">
                  <a16:creationId xmlns:a16="http://schemas.microsoft.com/office/drawing/2014/main" id="{B834FA91-A15D-B86A-9C12-A9CA368F51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" y="79373"/>
              <a:ext cx="17221676" cy="10194333"/>
            </a:xfrm>
            <a:prstGeom prst="rect">
              <a:avLst/>
            </a:prstGeom>
          </p:spPr>
        </p:pic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CAFAD8E2-BF42-3EFA-9171-D043F6715C56}"/>
                </a:ext>
              </a:extLst>
            </p:cNvPr>
            <p:cNvSpPr/>
            <p:nvPr/>
          </p:nvSpPr>
          <p:spPr>
            <a:xfrm>
              <a:off x="3734717" y="585034"/>
              <a:ext cx="2038350" cy="54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58320819-3CA5-8A84-F5EE-08E1306BD8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81449" y="619812"/>
              <a:ext cx="1182019" cy="486172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9" name="Retângulo 8">
              <a:extLst>
                <a:ext uri="{FF2B5EF4-FFF2-40B4-BE49-F238E27FC236}">
                  <a16:creationId xmlns:a16="http://schemas.microsoft.com/office/drawing/2014/main" id="{5F079269-E117-14AA-6B19-E7D08BB4D34D}"/>
                </a:ext>
              </a:extLst>
            </p:cNvPr>
            <p:cNvSpPr/>
            <p:nvPr/>
          </p:nvSpPr>
          <p:spPr>
            <a:xfrm>
              <a:off x="3279551" y="1295400"/>
              <a:ext cx="11052000" cy="619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ABA526C4-C5D7-B6B6-D38B-C9E7F4FC0D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1916"/>
            <a:stretch/>
          </p:blipFill>
          <p:spPr>
            <a:xfrm>
              <a:off x="3279552" y="1159813"/>
              <a:ext cx="11052000" cy="5946876"/>
            </a:xfrm>
            <a:prstGeom prst="rect">
              <a:avLst/>
            </a:prstGeom>
          </p:spPr>
        </p:pic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BED66124-B00F-C562-E79C-3746836D027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948" t="-584" r="-182" b="92231"/>
            <a:stretch/>
          </p:blipFill>
          <p:spPr>
            <a:xfrm>
              <a:off x="9302352" y="1121713"/>
              <a:ext cx="5048250" cy="4967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59742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7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Logotipo&#10;&#10;Descrição gerada automaticamente">
            <a:extLst>
              <a:ext uri="{FF2B5EF4-FFF2-40B4-BE49-F238E27FC236}">
                <a16:creationId xmlns:a16="http://schemas.microsoft.com/office/drawing/2014/main" id="{30EE1DCC-CBDF-E2A0-CE36-F7865FA256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7" t="64836" r="-3734" b="1147"/>
          <a:stretch/>
        </p:blipFill>
        <p:spPr>
          <a:xfrm>
            <a:off x="520698" y="7528912"/>
            <a:ext cx="4773477" cy="820835"/>
          </a:xfrm>
          <a:prstGeom prst="rect">
            <a:avLst/>
          </a:prstGeom>
        </p:spPr>
      </p:pic>
      <p:pic>
        <p:nvPicPr>
          <p:cNvPr id="4" name="Imagem 3" descr="Padrão do plano de fundo&#10;&#10;Descrição gerada automaticamente">
            <a:extLst>
              <a:ext uri="{FF2B5EF4-FFF2-40B4-BE49-F238E27FC236}">
                <a16:creationId xmlns:a16="http://schemas.microsoft.com/office/drawing/2014/main" id="{300E7EAE-C2C6-F2D6-C833-5B02577F6C0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" y="1506600"/>
            <a:ext cx="4406534" cy="557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645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7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Logotipo&#10;&#10;Descrição gerada automaticamente">
            <a:extLst>
              <a:ext uri="{FF2B5EF4-FFF2-40B4-BE49-F238E27FC236}">
                <a16:creationId xmlns:a16="http://schemas.microsoft.com/office/drawing/2014/main" id="{3EDD6E3C-C4D5-0ED0-7D9F-9B68DF915B3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" t="2434" r="75241" b="16718"/>
          <a:stretch/>
        </p:blipFill>
        <p:spPr>
          <a:xfrm>
            <a:off x="404444" y="1782305"/>
            <a:ext cx="4889731" cy="4889732"/>
          </a:xfrm>
          <a:prstGeom prst="rect">
            <a:avLst/>
          </a:prstGeom>
        </p:spPr>
      </p:pic>
      <p:pic>
        <p:nvPicPr>
          <p:cNvPr id="7" name="Imagem 6" descr="Logotipo&#10;&#10;Descrição gerada automaticamente">
            <a:extLst>
              <a:ext uri="{FF2B5EF4-FFF2-40B4-BE49-F238E27FC236}">
                <a16:creationId xmlns:a16="http://schemas.microsoft.com/office/drawing/2014/main" id="{711D603F-5433-56F3-38AF-C2AEC10541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38"/>
          <a:stretch/>
        </p:blipFill>
        <p:spPr>
          <a:xfrm>
            <a:off x="684582" y="7209919"/>
            <a:ext cx="4609593" cy="193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830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7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Ícone&#10;&#10;Descrição gerada automaticamente">
            <a:extLst>
              <a:ext uri="{FF2B5EF4-FFF2-40B4-BE49-F238E27FC236}">
                <a16:creationId xmlns:a16="http://schemas.microsoft.com/office/drawing/2014/main" id="{4FD2BB14-304D-39D4-8FC5-9E41EF10D7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9294" y="0"/>
            <a:ext cx="17336471" cy="9192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395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954</TotalTime>
  <Words>3</Words>
  <Application>Microsoft Office PowerPoint</Application>
  <PresentationFormat>Personalizar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barbara rohr decothe fonseca</dc:creator>
  <cp:lastModifiedBy>barbara rohr decothe fonseca</cp:lastModifiedBy>
  <cp:revision>4</cp:revision>
  <dcterms:created xsi:type="dcterms:W3CDTF">2022-10-27T17:32:45Z</dcterms:created>
  <dcterms:modified xsi:type="dcterms:W3CDTF">2025-11-21T15:55:04Z</dcterms:modified>
</cp:coreProperties>
</file>